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66CC"/>
                </a:solidFill>
                <a:latin typeface="Arial"/>
              </a:rPr>
              <a:t>AI-Powered NCERT PCM Tutor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Arial"/>
              </a:rPr>
              <a:t>A Retrieval-Augmented Generation (RAG) Project</a:t>
            </a:r>
          </a:p>
          <a:p>
            <a:r>
              <a:rPr>
                <a:latin typeface="Arial"/>
              </a:rPr>
              <a:t>Developed to solve AI Hallucinations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increasingly use ChatGPT for doubts, but face two issues:</a:t>
            </a:r>
          </a:p>
          <a:p>
            <a:pPr lvl="1"/>
            <a:r>
              <a:t>1. Out-of-Syllabus Answers: Generic AI gives college-level derivations, confusing high schoolers.</a:t>
            </a:r>
          </a:p>
          <a:p>
            <a:pPr lvl="1"/>
            <a:r>
              <a:t>2. AI Hallucinations: Standard LLMs confidently invent incorrect formulas when they don't know the answer.</a:t>
            </a:r>
          </a:p>
          <a:p>
            <a:r>
              <a:t>Solution: An AI strictly restricted to NCERT textbooks. If it's not in the book, it says 'Not found in notes'.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The Solution: RAG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(RAG) restricts AI to provided facts.</a:t>
            </a:r>
          </a:p>
          <a:p>
            <a:pPr lvl="1"/>
            <a:r>
              <a:t>Retrieval: The user's question searches the NCERT PDF database for relevant chunks.</a:t>
            </a:r>
          </a:p>
          <a:p>
            <a:pPr lvl="1"/>
            <a:r>
              <a:t>Generation: The AI is forced to answer ONLY using those specific retrieved paragraphs.</a:t>
            </a:r>
          </a:p>
          <a:p>
            <a:pPr lvl="1"/>
            <a:r>
              <a:t>Result: 100% accuracy based on syllabus, with zero hallucinations.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Technology Stack &amp;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Selected for performance, cost-efficiency, and modern architecture:</a:t>
            </a:r>
          </a:p>
          <a:p>
            <a:pPr lvl="1"/>
            <a:r>
              <a:t>Frontend/Backend: Next.js + Tailwind CSS (Responsive UI, unified API routes)</a:t>
            </a:r>
          </a:p>
          <a:p>
            <a:pPr lvl="1"/>
            <a:r>
              <a:t>Vector Database: Supabase with pgvector (Efficient semantic similarity search)</a:t>
            </a:r>
          </a:p>
          <a:p>
            <a:pPr lvl="1"/>
            <a:r>
              <a:t>Embeddings: Google Gemini API (High-dimensional text understanding)</a:t>
            </a:r>
          </a:p>
          <a:p>
            <a:pPr lvl="1"/>
            <a:r>
              <a:t>LLM Engine: OpenRouter API (Access to Qwen/Gemma with dynamic failovers)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Extracting text from 47 complex NCERT PDFs manually was impossible.</a:t>
            </a:r>
          </a:p>
          <a:p>
            <a:pPr lvl="1"/>
            <a:r>
              <a:t>Wrote a custom Python script using PyMuPDF to extract text chapter-by-chapter.</a:t>
            </a:r>
          </a:p>
          <a:p>
            <a:pPr lvl="1"/>
            <a:r>
              <a:t>Split text into overlapping chunks to preserve context.</a:t>
            </a:r>
          </a:p>
          <a:p>
            <a:pPr lvl="1"/>
            <a:r>
              <a:t>Generated embeddings via Gemini and pushed to Supabase.</a:t>
            </a:r>
          </a:p>
          <a:p>
            <a:pPr lvl="1"/>
            <a:r>
              <a:t>Added exponential backoff logic to handle API Rate Limits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Features &amp; Overcoming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Post-Processing: Wrote regex rules to strip AI hallucinations and enforce the 'Not found in notes' strict fallback.</a:t>
            </a:r>
          </a:p>
          <a:p>
            <a:pPr lvl="1"/>
            <a:r>
              <a:t>LaTeX Math Rendering: Integrated react-katex to render complex chemical equations and integrals beautifully on the frontend.</a:t>
            </a:r>
          </a:p>
          <a:p>
            <a:pPr lvl="1"/>
            <a:r>
              <a:t>Spam Protection: Built an IP-based rate limiter (10 req/hr) to protect free-tier APIs.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Project: Chemistry UI (Math Rendering)</a:t>
            </a:r>
          </a:p>
        </p:txBody>
      </p:sp>
      <p:pic>
        <p:nvPicPr>
          <p:cNvPr id="3" name="Picture 2" descr="media_1790862619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Project: Physics UI (Source Chips)</a:t>
            </a:r>
          </a:p>
        </p:txBody>
      </p:sp>
      <p:pic>
        <p:nvPicPr>
          <p:cNvPr id="3" name="Picture 2" descr="media_1790862693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Backend: Supabase Vector Database</a:t>
            </a:r>
          </a:p>
        </p:txBody>
      </p:sp>
      <p:pic>
        <p:nvPicPr>
          <p:cNvPr id="3" name="Picture 2" descr="media_17908645316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005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AI-Powered NCERT PCM Tutor successfully demonstrates:</a:t>
            </a:r>
          </a:p>
          <a:p>
            <a:pPr lvl="1"/>
            <a:r>
              <a:t>Practical application of RAG over large, complex educational datasets.</a:t>
            </a:r>
          </a:p>
          <a:p>
            <a:pPr lvl="1"/>
            <a:r>
              <a:t>Full-stack integration of modern tools (Next.js, Python, Supabase, LLM APIs).</a:t>
            </a:r>
          </a:p>
          <a:p>
            <a:pPr lvl="1"/>
            <a:r>
              <a:t>A cost-effective, scalable, and highly accurate solution for Indian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